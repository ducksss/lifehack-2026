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22183fcb284f15" /><Relationship Type="http://schemas.openxmlformats.org/officeDocument/2006/relationships/extended-properties" Target="/docProps/app.xml" Id="Rc3181e5478ea4c4d" /><Relationship Type="http://schemas.openxmlformats.org/officeDocument/2006/relationships/officeDocument" Target="/ppt/presentation.xml" Id="R9dcd5fbd985d40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7a2e932bc84e9d"/>
  </p:sldMasterIdLst>
  <p:notesMasterIdLst>
    <p:notesMasterId xmlns:r="http://schemas.openxmlformats.org/officeDocument/2006/relationships" r:id="Rdce3261e54e84bdb"/>
  </p:notesMasterIdLst>
  <p:sldIdLst>
    <p:sldId xmlns:r="http://schemas.openxmlformats.org/officeDocument/2006/relationships" id="256" r:id="R16d55f2558f44804"/>
    <p:sldId xmlns:r="http://schemas.openxmlformats.org/officeDocument/2006/relationships" id="257" r:id="R3a070a0b03c348fe"/>
    <p:sldId xmlns:r="http://schemas.openxmlformats.org/officeDocument/2006/relationships" id="258" r:id="R437e7011276746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9143cb89d242ee" /><Relationship Type="http://schemas.openxmlformats.org/officeDocument/2006/relationships/slideMaster" Target="/ppt/slideMasters/slideMaster1.xml" Id="R467a2e932bc84e9d" /><Relationship Type="http://schemas.openxmlformats.org/officeDocument/2006/relationships/notesMaster" Target="/ppt/notesMasters/notesMaster1.xml" Id="Rdce3261e54e84bdb" /><Relationship Type="http://schemas.openxmlformats.org/officeDocument/2006/relationships/presProps" Target="/ppt/presProps.xml" Id="R96d988e7574242a2" /><Relationship Type="http://schemas.openxmlformats.org/officeDocument/2006/relationships/tableStyles" Target="/ppt/tableStyles.xml" Id="Rc0218b5730e44e95" /><Relationship Type="http://schemas.openxmlformats.org/officeDocument/2006/relationships/slide" Target="/ppt/slides/slide1.xml" Id="R16d55f2558f44804" /><Relationship Type="http://schemas.openxmlformats.org/officeDocument/2006/relationships/slide" Target="/ppt/slides/slide2.xml" Id="R3a070a0b03c348fe" /><Relationship Type="http://schemas.openxmlformats.org/officeDocument/2006/relationships/slide" Target="/ppt/slides/slide3.xml" Id="R437e7011276746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114cad733342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9799b568934e40" /><Relationship Type="http://schemas.openxmlformats.org/officeDocument/2006/relationships/notesMaster" Target="/ppt/notesMasters/notesMaster1.xml" Id="Rfb0698fa8c5f4c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5a5ac9ca2f4dc5" /><Relationship Type="http://schemas.openxmlformats.org/officeDocument/2006/relationships/notesMaster" Target="/ppt/notesMasters/notesMaster1.xml" Id="Re2af925928ed48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904d24da1e4ca4" /><Relationship Type="http://schemas.openxmlformats.org/officeDocument/2006/relationships/notesMaster" Target="/ppt/notesMasters/notesMaster1.xml" Id="R132020aaff804e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docs/assets/screenshots/buyer-overview.png</a:t>
            </a:r>
          </a:p>
          <a:p xmlns:a="http://schemas.openxmlformats.org/drawingml/2006/main">
            <a:r>
              <a:t>- docs/assets/screenshots/order-success.png</a:t>
            </a:r>
          </a:p>
          <a:p xmlns:a="http://schemas.openxmlformats.org/drawingml/2006/main">
            <a:r>
              <a:t>- docs/PRD.md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docs/HANDOVER.md</a:t>
            </a:r>
          </a:p>
          <a:p xmlns:a="http://schemas.openxmlformats.org/drawingml/2006/main">
            <a:r>
              <a:t>- docs/assets/screenshots/merchant-dashboard.png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docs/assets/screenshots/checkout-confirmation.png</a:t>
            </a:r>
          </a:p>
          <a:p xmlns:a="http://schemas.openxmlformats.org/drawingml/2006/main">
            <a:r>
              <a:t>- test/store.test.ts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8ef7671bb4f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40f50b0720482a" /><Relationship Type="http://schemas.openxmlformats.org/officeDocument/2006/relationships/slideLayout" Target="/ppt/slideLayouts/slideLayout1.xml" Id="R0fa63ba8a64148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a63ba8a64148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98923b0714930" /><Relationship Type="http://schemas.openxmlformats.org/officeDocument/2006/relationships/image" Target="/ppt/media/image.png" Id="R6948fce63cbc4ba1" /><Relationship Type="http://schemas.openxmlformats.org/officeDocument/2006/relationships/notesSlide" Target="/ppt/notesSlides/notesSlide1.xml" Id="R27829c0f60a64d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7000c8fd643e1" /><Relationship Type="http://schemas.openxmlformats.org/officeDocument/2006/relationships/image" Target="/ppt/media/image2.png" Id="Rd543e79e8ed445e5" /><Relationship Type="http://schemas.openxmlformats.org/officeDocument/2006/relationships/notesSlide" Target="/ppt/notesSlides/notesSlide2.xml" Id="R44a7a337e7024a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8f0061aa04d67" /><Relationship Type="http://schemas.openxmlformats.org/officeDocument/2006/relationships/image" Target="/ppt/media/image3.png" Id="Racd43bbc0163452a" /><Relationship Type="http://schemas.openxmlformats.org/officeDocument/2006/relationships/notesSlide" Target="/ppt/notesSlides/notesSlide3.xml" Id="R4e898f4eb2ac43e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8fce63cbc4b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06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3e79e8ed445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2504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43bbc016345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8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2026-08-29T16:58:44.1620000Z</dcterms:created>
  <dcterms:modified xsi:type="dcterms:W3CDTF">2026-08-29T16:58:44.1620000Z</dcterms:modified>
</coreProperties>
</file>